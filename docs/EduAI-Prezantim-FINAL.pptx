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4F46E5">
              <a:alpha val="15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UNIVERSITETI POLITEKNIK I TIRANES  ·  FAKULTETI I TIK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EduAI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i Menaxhimit te Mesimit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Bashkepunim ne Kohe Reale dhe Gjenerim AI te Permbajtjes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2971800"/>
            <a:ext cx="2743200" cy="274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3246120"/>
            <a:ext cx="1115568" cy="256032"/>
          </a:xfrm>
          <a:prstGeom prst="roundRect">
            <a:avLst>
              <a:gd name="adj" fmla="val 17857"/>
            </a:avLst>
          </a:prstGeom>
          <a:solidFill>
            <a:srgbClr val="4F46E5">
              <a:alpha val="20000"/>
            </a:srgbClr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24612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581912" y="3246120"/>
            <a:ext cx="1115568" cy="256032"/>
          </a:xfrm>
          <a:prstGeom prst="roundRect">
            <a:avLst>
              <a:gd name="adj" fmla="val 17857"/>
            </a:avLst>
          </a:prstGeom>
          <a:solidFill>
            <a:srgbClr val="4F46E5">
              <a:alpha val="20000"/>
            </a:srgbClr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81912" y="324612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798064" y="3246120"/>
            <a:ext cx="1115568" cy="256032"/>
          </a:xfrm>
          <a:prstGeom prst="roundRect">
            <a:avLst>
              <a:gd name="adj" fmla="val 17857"/>
            </a:avLst>
          </a:prstGeom>
          <a:solidFill>
            <a:srgbClr val="4F46E5">
              <a:alpha val="20000"/>
            </a:srgbClr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98064" y="324612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014216" y="3246120"/>
            <a:ext cx="1115568" cy="256032"/>
          </a:xfrm>
          <a:prstGeom prst="roundRect">
            <a:avLst>
              <a:gd name="adj" fmla="val 17857"/>
            </a:avLst>
          </a:prstGeom>
          <a:solidFill>
            <a:srgbClr val="4F46E5">
              <a:alpha val="20000"/>
            </a:srgbClr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14216" y="324612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230368" y="3246120"/>
            <a:ext cx="1115568" cy="256032"/>
          </a:xfrm>
          <a:prstGeom prst="roundRect">
            <a:avLst>
              <a:gd name="adj" fmla="val 17857"/>
            </a:avLst>
          </a:prstGeom>
          <a:solidFill>
            <a:srgbClr val="4F46E5">
              <a:alpha val="20000"/>
            </a:srgbClr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0368" y="324612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446520" y="3246120"/>
            <a:ext cx="1115568" cy="256032"/>
          </a:xfrm>
          <a:prstGeom prst="roundRect">
            <a:avLst>
              <a:gd name="adj" fmla="val 17857"/>
            </a:avLst>
          </a:prstGeom>
          <a:solidFill>
            <a:srgbClr val="4F46E5">
              <a:alpha val="20000"/>
            </a:srgbClr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24612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662672" y="3246120"/>
            <a:ext cx="1115568" cy="256032"/>
          </a:xfrm>
          <a:prstGeom prst="roundRect">
            <a:avLst>
              <a:gd name="adj" fmla="val 17857"/>
            </a:avLst>
          </a:prstGeom>
          <a:solidFill>
            <a:srgbClr val="4F46E5">
              <a:alpha val="20000"/>
            </a:srgbClr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62672" y="324612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[Emri Mbiemri]  ·  Udheheqes: [Prof. Emri]  ·  Tirane,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PERMBAJTJA E PREZANTIMIT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4F46E5">
              <a:alpha val="8000"/>
            </a:srgbClr>
          </a:solidFill>
          <a:ln w="10160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1790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17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" y="15544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Problematika dhe Motivimi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0891B2">
              <a:alpha val="8000"/>
            </a:srgbClr>
          </a:solidFill>
          <a:ln w="1016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9514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95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96112" y="2331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Zgjidhja — EduAI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7C3AED">
              <a:alpha val="8000"/>
            </a:srgbClr>
          </a:solidFill>
          <a:ln w="1016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7238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72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96112" y="31089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Arkitektura e Sistemit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703320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059669">
              <a:alpha val="8000"/>
            </a:srgbClr>
          </a:solidFill>
          <a:ln w="10160">
            <a:solidFill>
              <a:srgbClr val="059669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84962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96112" y="3886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e te Dhenave (ERD)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46320" y="1371600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D97706">
              <a:alpha val="8000"/>
            </a:srgbClr>
          </a:solidFill>
          <a:ln w="10160">
            <a:solidFill>
              <a:srgbClr val="D97706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151790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517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76672" y="15544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AI Multi-Modal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46320" y="2148840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DC2626">
              <a:alpha val="8000"/>
            </a:srgbClr>
          </a:solidFill>
          <a:ln w="10160">
            <a:solidFill>
              <a:srgbClr val="DC2626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229514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295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76672" y="2331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Funksionalitetet sipas Roleve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46320" y="2926080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4F46E5">
              <a:alpha val="8000"/>
            </a:srgbClr>
          </a:solidFill>
          <a:ln w="10160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37760" y="307238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072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76672" y="31089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Rezultate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846320" y="3703320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334155">
              <a:alpha val="8000"/>
            </a:srgbClr>
          </a:solidFill>
          <a:ln w="10160">
            <a:solidFill>
              <a:srgbClr val="334155">
                <a:alpha val="2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37760" y="384962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76672" y="3886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Konkluzione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MOTIVIMI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Problematika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kishte nevoje per nje LMS te ri?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54864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Moodle / Canvas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93776" y="1709928"/>
            <a:ext cx="40233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Nderfaqe e veshtire, performance jo optimale, integrimi i dobet i AI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132588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325880"/>
            <a:ext cx="54864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28616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Classroom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28616" y="1709928"/>
            <a:ext cx="40233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Funksionalitete shume te kufizuara per arsimin e larte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88920"/>
            <a:ext cx="54864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2880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Platformat komerciale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" y="3172968"/>
            <a:ext cx="40233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Kostot e larta e bejne te paarritshme per institucione te vogla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278892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788920"/>
            <a:ext cx="54864" cy="13258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28616" y="2880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Mungesa AI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28616" y="3172968"/>
            <a:ext cx="40233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Asnje platfrome nuk ofron gjenerim automatik kuizesh nga PDF/video/audio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38912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4F46E5">
              <a:alpha val="1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EduAI adresón keto 4 probleme me nje platforme te integruar, moderne dhe me AI.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ZGJIDHJA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EduAI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Nje platforme LMS e plote me 3 sherbime, 3 role, dhe AI multi-modal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4F46E5">
              <a:alpha val="15000"/>
            </a:srgbClr>
          </a:solidFill>
          <a:ln w="15240">
            <a:solidFill>
              <a:srgbClr val="4F46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00200"/>
            <a:ext cx="26517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RBAC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07568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role: Admin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6002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0891B2">
              <a:alpha val="15000"/>
            </a:srgbClr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600200"/>
            <a:ext cx="26517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Builder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207568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Drag-drop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TipTap editor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+ PDF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6002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7C3AED">
              <a:alpha val="15000"/>
            </a:srgbClr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600200"/>
            <a:ext cx="2651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Multi-Modal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207568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YouTube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audio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quiz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2004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059669">
              <a:alpha val="15000"/>
            </a:srgbClr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00400"/>
            <a:ext cx="26517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67588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sessions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Notifikime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32004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D97706">
              <a:alpha val="15000"/>
            </a:srgbClr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3200400"/>
            <a:ext cx="26517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37560" y="367588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32004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DC2626">
              <a:alpha val="15000"/>
            </a:srgbClr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3200400"/>
            <a:ext cx="26517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72200" y="367588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auto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verify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publike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ZGJIDHJA TEKNIKE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Teknik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me 3 sherbime te pavarura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834640" cy="3383280"/>
          </a:xfrm>
          <a:prstGeom prst="roundRect">
            <a:avLst>
              <a:gd name="adj" fmla="val 3226"/>
            </a:avLst>
          </a:prstGeom>
          <a:solidFill>
            <a:srgbClr val="0891B2">
              <a:alpha val="5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80160"/>
            <a:ext cx="2834640" cy="365760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/frontend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755648"/>
            <a:ext cx="54864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556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167128"/>
            <a:ext cx="54864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671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5.x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578608"/>
            <a:ext cx="54864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786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 + Tailwind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990088"/>
            <a:ext cx="54864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900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+ React Query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401568"/>
            <a:ext cx="54864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015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NextAuth.js v5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81304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000000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8130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:3000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37560" y="1280160"/>
            <a:ext cx="2834640" cy="3383280"/>
          </a:xfrm>
          <a:prstGeom prst="roundRect">
            <a:avLst>
              <a:gd name="adj" fmla="val 3226"/>
            </a:avLst>
          </a:prstGeom>
          <a:solidFill>
            <a:srgbClr val="4F46E5">
              <a:alpha val="5000"/>
            </a:srgbClr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37560" y="1280160"/>
            <a:ext cx="2834640" cy="36576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/backend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1755648"/>
            <a:ext cx="54864" cy="2926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17556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 LTS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0" y="2167128"/>
            <a:ext cx="54864" cy="2926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21671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TypeScript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74720" y="2578608"/>
            <a:ext cx="54864" cy="2926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11880" y="25786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0" y="2990088"/>
            <a:ext cx="54864" cy="2926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11880" y="29900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74720" y="3401568"/>
            <a:ext cx="54864" cy="2926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34015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4.x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74720" y="381304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000000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0" y="38130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:4000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0800" y="1280160"/>
            <a:ext cx="2834640" cy="3383280"/>
          </a:xfrm>
          <a:prstGeom prst="roundRect">
            <a:avLst>
              <a:gd name="adj" fmla="val 3226"/>
            </a:avLst>
          </a:prstGeom>
          <a:solidFill>
            <a:srgbClr val="7C3AED">
              <a:alpha val="5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1280160"/>
            <a:ext cx="2834640" cy="365760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/ai-service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537960" y="1755648"/>
            <a:ext cx="54864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0" y="17556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537960" y="2167128"/>
            <a:ext cx="54864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0" y="21671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537960" y="2578608"/>
            <a:ext cx="54864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5120" y="25786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GPT-4o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537960" y="2990088"/>
            <a:ext cx="54864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0" y="29900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Whisper-1 + PyMuPDF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537960" y="3401568"/>
            <a:ext cx="54864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75120" y="34015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537960" y="381304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000000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37960" y="38130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:8000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74320" y="4736592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334155">
              <a:alpha val="15000"/>
            </a:srgbClr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736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450592" y="4736592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059669">
              <a:alpha val="15000"/>
            </a:srgbClr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450592" y="4736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626864" y="4736592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DC2626">
              <a:alpha val="15000"/>
            </a:srgbClr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26864" y="4736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 (cache)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803136" y="4736592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D97706">
              <a:alpha val="15000"/>
            </a:srgbClr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03136" y="4736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(proxy)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FUNKSIONALITETET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Rolet e Sistemit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788920" cy="36118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2788920" cy="68580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70992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Menaxhon platformen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2084832"/>
            <a:ext cx="73152" cy="731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0482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global me statistika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596896"/>
            <a:ext cx="73152" cy="731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" y="25603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Menaxhim perdoruesish (CRUD)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3108960"/>
            <a:ext cx="73152" cy="731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07238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Aprovim/refuzim kursesh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621024"/>
            <a:ext cx="73152" cy="731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35844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Konfigurimi i kategorive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4133088"/>
            <a:ext cx="73152" cy="731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40965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Raporte dhe eksport CSV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6120" y="1280160"/>
            <a:ext cx="2788920" cy="36118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1280160"/>
            <a:ext cx="2788920" cy="685800"/>
          </a:xfrm>
          <a:prstGeom prst="roundRect">
            <a:avLst>
              <a:gd name="adj" fmla="val 1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325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Instruktor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83280" y="170992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Krijon permbajtjen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29000" y="2084832"/>
            <a:ext cx="73152" cy="7315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75304" y="20482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Builder drag-and-drop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29000" y="2596896"/>
            <a:ext cx="73152" cy="7315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75304" y="25603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Quiz Generator (4 modalitete)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29000" y="3108960"/>
            <a:ext cx="73152" cy="7315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75304" y="307238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Vleresim detyrave me feedback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29000" y="3621024"/>
            <a:ext cx="73152" cy="7315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75304" y="35844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 live me Q&amp;A realtime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29000" y="4133088"/>
            <a:ext cx="73152" cy="7315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75304" y="40965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per cdo kurs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72200" y="1280160"/>
            <a:ext cx="2788920" cy="36118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72200" y="1280160"/>
            <a:ext cx="2788920" cy="68580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1325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09360" y="170992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Ndjek mesimin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55080" y="2084832"/>
            <a:ext cx="73152" cy="731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01384" y="20482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Player me progress tracking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55080" y="2596896"/>
            <a:ext cx="73152" cy="731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01384" y="25603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Kuize me timer dhe shpjegime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355080" y="3108960"/>
            <a:ext cx="73152" cy="731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01384" y="307238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Dorezim detyresh (tekst/file/link)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55080" y="3621024"/>
            <a:ext cx="73152" cy="731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01384" y="35844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Certifikata PDF me QR verifikim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355080" y="4133088"/>
            <a:ext cx="73152" cy="731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01384" y="40965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me grafik radar kompetencash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Statistikat e Projektit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Permbledhje teknike e EduAI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4F46E5">
              <a:alpha val="12000"/>
            </a:srgbClr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35608"/>
            <a:ext cx="260604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231136"/>
            <a:ext cx="26060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Skedare kodi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0891B2">
              <a:alpha val="12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435608"/>
            <a:ext cx="260604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44K+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0" y="2231136"/>
            <a:ext cx="26060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Rreshta kodi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35040" y="132588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059669">
              <a:alpha val="12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435608"/>
            <a:ext cx="260604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35040" y="2231136"/>
            <a:ext cx="26060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DB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7C3AED">
              <a:alpha val="12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27248"/>
            <a:ext cx="260604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65760" y="3922776"/>
            <a:ext cx="26060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0" y="301752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D97706">
              <a:alpha val="12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3127248"/>
            <a:ext cx="260604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200400" y="3922776"/>
            <a:ext cx="26060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automatike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35040" y="301752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DC2626">
              <a:alpha val="12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3127248"/>
            <a:ext cx="260604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035040" y="3922776"/>
            <a:ext cx="26060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Sherbimet Docker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4F46E5">
              <a:alpha val="12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KONKLUZIONET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Cfare demonstron EduAI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749808"/>
          </a:xfrm>
          <a:prstGeom prst="roundRect">
            <a:avLst>
              <a:gd name="adj" fmla="val 8537"/>
            </a:avLst>
          </a:prstGeom>
          <a:solidFill>
            <a:srgbClr val="4F46E5">
              <a:alpha val="12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98448"/>
            <a:ext cx="54864" cy="347472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704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Arkitekture e plote full-stack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14813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me 3 sherbime te ndara, komunikim REST + WebSocket, Docker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8412480" cy="749808"/>
          </a:xfrm>
          <a:prstGeom prst="roundRect">
            <a:avLst>
              <a:gd name="adj" fmla="val 8537"/>
            </a:avLst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12848"/>
            <a:ext cx="54864" cy="347472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848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Integrimi i AI ne arsim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2395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multi-modal PDF/YouTube/Whisper + LangChain + GPT-4o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8412480" cy="749808"/>
          </a:xfrm>
          <a:prstGeom prst="roundRect">
            <a:avLst>
              <a:gd name="adj" fmla="val 8537"/>
            </a:avLst>
          </a:prstGeom>
          <a:solidFill>
            <a:srgbClr val="059669">
              <a:alpha val="12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127248"/>
            <a:ext cx="54864" cy="347472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99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Funksionalitete te gjera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3310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 skedare, 44K+ rreshta, 50+ endpoints, 3 role te plota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8412480" cy="749808"/>
          </a:xfrm>
          <a:prstGeom prst="roundRect">
            <a:avLst>
              <a:gd name="adj" fmla="val 8537"/>
            </a:avLst>
          </a:prstGeom>
          <a:solidFill>
            <a:srgbClr val="D97706">
              <a:alpha val="12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4041648"/>
            <a:ext cx="54864" cy="347472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136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Cilesie inxhinierike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2245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strict, Zod validation, teste automatike, CI/CD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0" y="4663440"/>
            <a:ext cx="4572000" cy="3200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GitHub: github.com/Ardit175/edu-ai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E TE DHENAVE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tabela · 50+ relacione · Prisma ORM · PostgreSQL 16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143000"/>
            <a:ext cx="877824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ARKITEKTURA E SISTEMIT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Topologjia e Sherbimeve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WebSocket + Redis + Docker · 5 sherbime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43000"/>
            <a:ext cx="85953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AI MULTI-MODAL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Burimi i Permbajtjes → Tekst → Kuiz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YouTube · Whisper Audio · Tekst i Lire  →  GPT-4o  →  Pyetje Strukturuara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43000"/>
            <a:ext cx="85953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NE CLOUD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Infrastruktura e Prodhimit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 ·  Railway  ·  Microsoft Azure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2651760"/>
            <a:ext cx="2286000" cy="1463040"/>
          </a:xfrm>
          <a:prstGeom prst="roundRect">
            <a:avLst>
              <a:gd name="adj" fmla="val 6250"/>
            </a:avLst>
          </a:prstGeom>
          <a:solidFill>
            <a:srgbClr val="33415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788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246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Next.js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0" y="2651760"/>
            <a:ext cx="2286000" cy="1463040"/>
          </a:xfrm>
          <a:prstGeom prst="roundRect">
            <a:avLst>
              <a:gd name="adj" fmla="val 6250"/>
            </a:avLst>
          </a:prstGeom>
          <a:solidFill>
            <a:srgbClr val="2D1B69"/>
          </a:solidFill>
          <a:ln w="19050">
            <a:solidFill>
              <a:srgbClr val="9B4D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788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4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3246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AI + Redis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FALAS (trial)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2651760"/>
            <a:ext cx="2286000" cy="1463040"/>
          </a:xfrm>
          <a:prstGeom prst="roundRect">
            <a:avLst>
              <a:gd name="adj" fmla="val 6250"/>
            </a:avLst>
          </a:prstGeom>
          <a:solidFill>
            <a:srgbClr val="003A6B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788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3246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OpenAI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~$18-28/muaj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43891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Frontend: https://frontend-pied-nine-hoikokxqzo.vercel.app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5760" y="46451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Backend: https://backend-production-7022.up.railway.app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4F46E5">
              <a:alpha val="1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Faleminderit!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Pyetje?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154680"/>
            <a:ext cx="2743200" cy="0"/>
          </a:xfrm>
          <a:prstGeom prst="line">
            <a:avLst/>
          </a:prstGeom>
          <a:noFill/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[Emri Mbiemri]  ·  [email@student.edu.al]  ·  github.com/Ardit175/edu-ai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EduAI — Sistem Menaxhimi Mesimi me AI</dc:title>
  <dc:subject>Mbrojtje Diplome — Inxhinieri Software</dc:subject>
  <dc:creator>EduAI Diploma Project</dc:creator>
  <cp:lastModifiedBy>EduAI Diploma Project</cp:lastModifiedBy>
  <cp:revision>1</cp:revision>
  <dcterms:created xsi:type="dcterms:W3CDTF">2026-05-19T21:39:52Z</dcterms:created>
  <dcterms:modified xsi:type="dcterms:W3CDTF">2026-05-19T21:39:52Z</dcterms:modified>
</cp:coreProperties>
</file>